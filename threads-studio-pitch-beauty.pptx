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228600" cy="13716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美容サロンのための AI 投稿運用ツール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景表法・薬機法に配慮した、事実ベースの地域集客投稿を自動で。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560320" cy="96012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月¥4,980〜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個人サロンでも始められる価格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3017520"/>
            <a:ext cx="2560320" cy="96012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1日5分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確認だけで運用が回る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2560320" cy="96012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15業界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法令ベースで自動チェック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提供：株式会社しっとる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https://threads-studio.com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美容サロンオーナーが抱える集客の悩み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こんな状況、思い当たりませんか？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既存顧客の指名固定で新規が増えない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64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常連様は安定するも、新しいお客様の流入が止まっている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インスタは更新しているのに集客に直結しない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59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写真は撮るが文章はおざなり。フォロワーは増えても来店に繋がらない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法令で書きたいことが書けない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53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「美白」「効く」「シミが消える」が使えず、投稿の手が止まる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投稿する時間がない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547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営業中は施術と接客で手一杯、夜は疲れて文章が書けない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競合の中で埋もれる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1422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近所にサロンが増え、選ばれる理由を発信できていない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786384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26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どれも「やり方が悪い」のではなく、構造的に難しい問題です。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そもそも Threads（スレッズ）とは？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Meta社が運営する、テキスト主体の新しいSNS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1783080"/>
            <a:ext cx="1371600" cy="1371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Instagramを作ったMeta社の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テキスト型SNS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554480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554480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運営会社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1847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Meta社（Instagram・Facebookと同じ会社）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359152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23360" y="2359152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2404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サービス開始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2651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2023年7月。日本でも急速にユーザーが拡大中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163824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3163824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3209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投稿のスタイル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3456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テキスト主体（最大500文字）。写真・動画も投稿可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3968496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23360" y="3968496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4014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使われ方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42611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「Xの代わり」として認知度が急上昇。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Instagramアカウントでそのまま始められる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なぜ美容サロンのSNS運用は続かないのか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止まる原因は、ほぼ次の3つです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260604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時間の壁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23060" y="2148840"/>
            <a:ext cx="640080" cy="64008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0" name="Text 8"/>
          <p:cNvSpPr/>
          <p:nvPr/>
        </p:nvSpPr>
        <p:spPr>
          <a:xfrm>
            <a:off x="16230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「投稿1本に30分」が積み重なる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何を書くか考える時間、規制に違反していないか確認する時間、誤字脱字チェック ── 1本作るのに30分。週5本で月10時間。施術と接客の合間にはまず確保できない。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54480"/>
            <a:ext cx="260604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規制の壁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66260" y="2148840"/>
            <a:ext cx="640080" cy="64008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7" name="Text 15"/>
          <p:cNvSpPr/>
          <p:nvPr/>
        </p:nvSpPr>
        <p:spPr>
          <a:xfrm>
            <a:off x="43662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204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「美白」「効く」が書けない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景品表示法・薬機法・医療広告ガイドライン。どこまでが安全な表現か、明確な線引きを毎回判断するのは現実的ではない。結果、当たり障りのない投稿になり、誰にも刺さらない。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5544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センスの壁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09460" y="2148840"/>
            <a:ext cx="640080" cy="64008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4" name="Text 22"/>
          <p:cNvSpPr/>
          <p:nvPr/>
        </p:nvSpPr>
        <p:spPr>
          <a:xfrm>
            <a:off x="71094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636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「何が伸びるか」がわからない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1行目に何を書くか、地域名はどこに入れるか、写真とテキストのバランスは。アルゴリズムは変わり続け、感覚で書いても伸びない。誰かに聞こうにも、業界に詳しい人がいない。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Threads が美容サロンに向くのか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2026年時点の集客特性 ── 他SNSと違うポイント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テキスト主体で十分に伸びる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インスタの写真投稿に「言葉」を補完。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写真の作り込みなしでも届く。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5448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地域おすすめが強い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1行目に地域名を入れると、近くに住む人の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タイムラインに優先表示される仕様。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0040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近隣到達でCVに直結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万バズは不要。近所の数百〜数千人に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確実に届けば、来店に繋がる。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20040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インスタアカウントで即開始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7490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既存のInstagramアカウントでそのまま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開設可能。新規ID作成も不要。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Instagramは写真前提・Xは速報前提。美容サロンの「地域×言葉で選ばれる」運用と最も相性が良いのがThreadsです。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ができること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投稿のネタ作りから自動投稿まで、丸ごとAIに任せられる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863840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「何を書こう」と悩む時間を、お客様に戻す。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2606040" cy="7315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ネタ作り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AIが文章を生成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サロンの業種・地域・強みからAIが投稿文を生成。13種類の型から選べる。共感／実績／地元ネタ／Q&amp;A／ストーリー…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260604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2606040"/>
            <a:ext cx="2606040" cy="7315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運用代行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自動で毎日投稿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566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毎日決まった時間に自動投稿。手を動かさなくても発信が続く。営業中・休業日でも勝手に投稿される。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606040"/>
            <a:ext cx="2606040" cy="7315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規制と事実を守る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業界規制と事実ベースを徹底。「言ってはいけない」を自動で回避。架空エピソードや盛った数字は出さない設計。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サロンオーナーが得られる 5つの具体的メリット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感覚ではなく、数字で変わるもの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45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時間削減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1投稿 20分 → 2分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考える・書く・規制チェックの工程をAIが代行。月20本投稿なら 6時間 → 40分。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0440" y="1645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コスト削減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代行費 月5〜30万 → ¥4,980〜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SNS代行は月5〜15万、美容サロン特化なら月15万＋初期費10万が相場。1/10以下で、しかもサロンの言葉で書ける。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645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リスク回避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15業界の法令を内蔵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景表法・薬機法・医療広告ガイドラインの違反リスクをAI側で自動回避。「うっかり違反」を構造的に防ぐ。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154680"/>
            <a:ext cx="39776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329184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ネタ切れ防止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703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13タイプ × 量産機能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114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毎日違う切り口で書ける。当たった投稿は別バージョン5本に量産。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154680"/>
            <a:ext cx="39776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329184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地域集客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3703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近隣のタイムラインに届く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37760" y="4114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1行目に地域名を自動配置。Threadsの地域おすすめロジックに乗りやすい構造。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導入前と導入後 ── 1日の流れはこう変わる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個人経営の美容サロン（指名制・1人運営）を想定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840480" cy="32004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384048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Before  ── 導入前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インスタの写真は撮ったが、何を書こうか思いつかない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営業中。お客様対応で投稿どころではない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夕方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「美白」と書きそうになり消す。当たり障りない文に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疲れて投稿せず、SNSは月に2〜3回しか動かない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常連様の指名は安定するも、新規来店はゼロ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3840480" cy="32004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08760"/>
            <a:ext cx="384048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After  ── 導入後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057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7:30、AIが自動投稿（前夜にスケジュール済み）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560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休憩3分で内容確認。気になれば1タップで修正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063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夕方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コメントが来たらAI下書きで返信。施術の合間でOK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566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翌日分を3本まとめて生成・予約。週1の運用でも回る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4069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地域名×具体性の投稿が積み上がる。新規来店が安定化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差別化①  業界規制を内蔵チェック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景品表示法・薬機法・医療広告ガイドラインに対応した自動回避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74904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374904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AIが自動で避ける表現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美白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効く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シミが消える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ニキビが治る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痩せる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永久脱毛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若返り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日本一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絶対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美容サロンは景品表示法・薬機法上、「効く」「美白」「シミが消える」等が使えません。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374904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08760"/>
            <a:ext cx="3749040" cy="41148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AIが自動で言い換える表現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お手入れ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ケアする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整える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丁寧に仕上げる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ハリのある質感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明るい印象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心地よい時間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こだわっています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可能な範囲で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AIが業種を見て、最初から安全な表現で生成。オーナーが規制を覚える必要はありません。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差別化②  事実ベース生成（捏造ゼロ）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架空のお客様・盛った実績を、AIに作らせない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9319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はじめにAIが8つの質問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 普段の話し方・口調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 他サロンではなく選ばれる理由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使ってよい実績の数字（年数・人数等）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実在のお客様エピソード（仮名可）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渡せる特典（LINE登録特典・初回相談等）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6. 絶対に書きたくないこと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7. 好みの投稿スタイル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 マーケティング技法をフル活用するか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答えてもらった事実だけを使う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「実績は無い」と答えたサロンでは、AIは数字を出しません。「お客様エピソードは無い」と答えれば、架空の物語を作りません。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「絶対に書かない」リスト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オーナーが「業界批判はしない」「料金は出さない」「個人情報は載せない」などを登録 → AIが厳守。コンプライアンスの最後の砦になります。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差別化③  地域集客に最適化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2026年Threadsアルゴリズムの最新傾向に対応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1行目に地域名を自動配置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Threadsの地域おすすめロジックが反応する最重要シグナル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65176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テキスト主体・画像なしでも到達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撮影機材なしで運用可能。テキスト投稿が優遇される傾向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65760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生のURLは本文に貼らない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プロフィールのリンクに誘導する形に統一。到達低下を回避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64592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バズより近隣到達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万単位の拡散は不要。近所の数百人に届けば来店に繋がる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65176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返信を生む投稿設計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1208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いいねよりコメントが評価される時代。問いかけで終わる構成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65760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リアルタイム実況型を搭載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1208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「今日のお客様はこんなお悩みで」など現場感のある投稿パターン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実際にAIが生成する投稿サンプル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「渋谷区代々木／美容室／髪のうねりに悩む30代女性向け」と入力した場合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業種: 美容室  /  地域: 渋谷区代々木  /  ターゲット: 髪のうねり・パサつきに悩む30代女性  /  型: 共感型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1206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 ── 投稿本文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渋谷区代々木で、髪のうねりとパサつきに悩む30代の方へ。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シャンプー直後はまとまるのに、夕方になると広がってくる。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そんな日が続いていませんか？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当店は完全予約制の小さなサロンで、髪と頭皮に優しい薬剤を厳選。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お手入れの時間を含めて、ゆったりお過ごしいただけます。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「ちょっと相談だけでも」の段階で大丈夫です。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194560"/>
            <a:ext cx="26517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ここを自動でやっています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1行目に地域名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ターゲット特有の悩みを具体化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「美白」「効く」は不使用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強みを事実だけで明記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4114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行動ハードルを下げる締め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主要機能一覧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集客に必要な機能を一つのツールに集約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AI投稿生成 13タイプ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地元ネタ／実績／共感／Q&amp;A／ストーリー 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自動投稿スケジューラ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毎日決まった時間に短い単発投稿を自動配信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予約投稿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日時を指定して1回送信。キャンペーン告知に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51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固定投稿（ピン留め用）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プロフィール最上部用の自己紹介投稿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2651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2651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量産（変奏）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1188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当たった投稿を別バージョンで5本一気に生成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51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651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コメント返信支援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AI下書き付きで素早く対応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794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3794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投稿分析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インプレッション・いいね・コメントを一覧確認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3794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000" y="3794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複数アカウント切替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61188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院ごとに別Threadsアカウントを1クリックで切替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794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794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業界規制チェック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0080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15業界の法令ベースで自動回避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他の選択肢との比較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サロンオーナーが実際に選びそうな4つの方法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9202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554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自分で書く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417320"/>
            <a:ext cx="1554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代行業者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1417320"/>
            <a:ext cx="1554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汎用AI(ChatGPT等)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1280160" cy="41148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182880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月コスト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¥50,000〜300,000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¥0〜3,000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0664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¥4,980〜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219456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406640" y="219456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¥100,000〜500,000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0664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256032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時間負担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高い（1本30分）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低い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064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中（指示は必要）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低い（1本2分）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292608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7406640" y="292608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業界規制チェック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0604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自分で判断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0624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業者の知識次第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0644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なし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0664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内蔵自動回避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329184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9184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事実ベース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060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2062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○（要伝達）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064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×（架空が出る）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0664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○（8問で担保）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0080" y="365760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Shape 50"/>
          <p:cNvSpPr/>
          <p:nvPr/>
        </p:nvSpPr>
        <p:spPr>
          <a:xfrm>
            <a:off x="7406640" y="365760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地域最適化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060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自分で工夫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062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業者次第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064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なし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自動配置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0080" y="402336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7406640" y="402336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自動投稿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6060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2062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064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40664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008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代行業者の月額相場は投稿のみで5万円〜、美容サロン特化型代理店で15〜30万円が一般的（2026年5月現在の公開価格を参照）。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008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出典: b-step.net / bizboost.ssalon.net / stock-sun.com 他、運用代行サービスの公開料金ページ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人件費で考える ── どれが一番安くつくか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月20本投稿（1本30分）= 月10時間 の運用を想定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26060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26060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17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オーナーが自分でやる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機会損失で計算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 ¥60,000〜150,000相当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56032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51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オーナーの時間単価は施術単価で換算。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カット・カラー¥6,000〜15,000/h × 月10時間。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その時間を施術にあてれば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10人分の売上機会。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260604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機会損失が大きい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463040"/>
            <a:ext cx="26060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463040"/>
            <a:ext cx="260604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517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スタッフに任せる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7556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人件費 + 教育コスト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 ¥15,000〜30,000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256032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651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時給¥1,200〜1,500 × 月10時間 ≒ ¥14,000。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業界規制を覚えてもらう教育時間。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退職時の引き継ぎコスト。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違反リスクはオーナーが負う。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977640"/>
            <a:ext cx="260604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人件費 + 人材リスク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26060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63040"/>
            <a:ext cx="2606040" cy="50292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517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17556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サービス利用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 ¥4,980〜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256032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651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オーナーは週5分の確認のみ。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規制チェック内蔵 = 教育不要。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退職もしない（ツールなので）。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投稿の質はAIで均質化。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977640"/>
            <a:ext cx="260604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最安かつ最低リスク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480560"/>
            <a:ext cx="78638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480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オーナーの1時間は施術1人分の売上。スタッフの1時間は給与。── 月¥4,980 はどちらより圧倒的に安い。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導入の流れ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初日に投稿が出るまで、おおよそ10分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618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アカウント作成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メール登録または既存のGoogleアカウントで開始（無料）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359152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5915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468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Threadsアカウントを連携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724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ワンクリック認証。複数アカウントの切替もこのあと可能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0954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9544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954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3192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プロジェクト作成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35753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サロンの業種・地域・ターゲット・主な悩み・強みを入力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059936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5993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416966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AIカウンセリング（8問）→ 生成開始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442569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質問に答えるとAIがそのサロンの言葉で投稿を作り始めます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無料プランで動作確認 → 合えば有料プランへ。クレジット情報は有料へ切替時のみ入力。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すべて税込／クレジットカード決済（Visa・Mastercard・JCB・AMEX）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7863840" cy="2926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期間限定キャンペーン（3回課金で自動終了・終了後はフリープランに戻ります）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468880" cy="1188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24688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 キャンペーン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¥2,980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 ×3回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468880" cy="1188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828800"/>
            <a:ext cx="24688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 キャンペーン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¥6,980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 ×3回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828800"/>
            <a:ext cx="2468880" cy="1188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1828800"/>
            <a:ext cx="24688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ビジネス キャンペーン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¥19,800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 ×3回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通常プラン（継続課金）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¥4,980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008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個人経営の1店舗向け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 月10回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33472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33472" y="3474720"/>
            <a:ext cx="182880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1" name="Shape 29"/>
          <p:cNvSpPr/>
          <p:nvPr/>
        </p:nvSpPr>
        <p:spPr>
          <a:xfrm>
            <a:off x="3913632" y="3547872"/>
            <a:ext cx="50292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2" name="Text 30"/>
          <p:cNvSpPr/>
          <p:nvPr/>
        </p:nvSpPr>
        <p:spPr>
          <a:xfrm>
            <a:off x="3913632" y="35478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人気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33472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33472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¥9,800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2633472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24912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AI生成無制限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最人気プラン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26864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26864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ビジネス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26864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¥29,800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4626864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18304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複数店舗・チーム運用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20256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20256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代理店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20256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¥55,000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6620256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11696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無制限・代理店向け最上位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安心して使える3つの設計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コンプライアンス・データ・コストの3軸で守る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コンプライアンス保護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言ってはいけない表現を構造的にブロック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97180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業種選択の時点で対応法令を自動適用。AI生成・量産・コメント返信のすべての出口でフィルタが効きます。「うっかり違反」は構造的に出ません。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508760"/>
            <a:ext cx="260604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データ保護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院ごとに分離・第三者提供なし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297180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063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サロンごとにプロジェクトが分離。投稿内容・カウンセリング回答は他社・他サロンに共有されません。AIの学習には使用されません（外部AI API利用時の設定を含む）。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508760"/>
            <a:ext cx="260604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コスト保護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上限超過の請求が起きない仕組み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97180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063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AI生成にはプラン単位の月間上限を設定。上限を超える生成は実行前にブロックされ、想定外の高額請求は発生しません。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よくあるご質問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27048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AIが作った文章で本当に大丈夫？嘘っぽくなりませんか？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8問のカウンセリングでサロンの実情を聞いてから作るので、答えていない数字や架空エピソードはAIが作りません。「事実だけ」で書く設計です。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68296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331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広告規制に違反しないか心配です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24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を「美容室／エステ／脱毛／ネイル」等と入れた時点で、対応法令（景品表示法・薬機法・医療広告ガイドライン）の禁止表現がAI側で自動回避されます。「美白」「効く」「シミが消える」が出ない仕組みで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099816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209544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1729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インスタは既に運用しています。Threadsも必要ですか？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4655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タは写真前提、Threadsはテキスト前提。役割が違います。Threadsはお持ちのInstagramアカウントでそのまま開設でき、地域×言葉で近隣の新規層に届けることに強みがあります。両方の併用が最も効果的で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41064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050792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014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効果は本当にありますか？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3068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個別の効果保証はしていません（美容系の集客に「必ず」は禁物）。ただし、地域名×具体性の投稿が近隣のおすすめに乗りやすい仕組みは2026年のThreadsで一貫しています。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54480"/>
            <a:ext cx="228600" cy="1645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まずはお試しください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ライトキャンペーンなら3ヶ月だけ ¥2,980/月。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合わなければそのまま終了。継続したい場合だけ通常プランへ。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468880" cy="128016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無料で試す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メール1分で開始。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3分で初回投稿が出ます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2743200"/>
            <a:ext cx="2468880" cy="128016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体験版を見る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生成サンプルを見て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感触を掴む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468880" cy="128016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相談する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メールで質問。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業種特有の悩みも対応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16052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https://threads-studio.com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お問い合わせ：shittoru.ad@gmail.com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提供：株式会社しっとる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Studio — 美容サロン向け</dc:title>
  <dc:subject>PptxGenJS Presentation</dc:subject>
  <dc:creator>株式会社しっとる</dc:creator>
  <cp:lastModifiedBy>株式会社しっとる</cp:lastModifiedBy>
  <cp:revision>1</cp:revision>
  <dcterms:created xsi:type="dcterms:W3CDTF">2026-05-25T07:50:34Z</dcterms:created>
  <dcterms:modified xsi:type="dcterms:W3CDTF">2026-05-25T07:50:34Z</dcterms:modified>
</cp:coreProperties>
</file>