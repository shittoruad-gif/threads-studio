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63040"/>
            <a:ext cx="228600" cy="137160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51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整骨院・整体院のための AI 投稿運用ツール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0E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業界規制を遵守した、事実ベースの地域集客投稿を自動で。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2560320" cy="960120"/>
          </a:xfrm>
          <a:prstGeom prst="rect">
            <a:avLst/>
          </a:prstGeom>
          <a:solidFill>
            <a:srgbClr val="2A4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月¥4,980〜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5844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0E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個人院でも始められる価格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3017520"/>
            <a:ext cx="2560320" cy="960120"/>
          </a:xfrm>
          <a:prstGeom prst="rect">
            <a:avLst/>
          </a:prstGeom>
          <a:solidFill>
            <a:srgbClr val="2A4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1日5分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83280" y="35844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0E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確認だけで運用が回る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3017520"/>
            <a:ext cx="2560320" cy="960120"/>
          </a:xfrm>
          <a:prstGeom prst="rect">
            <a:avLst/>
          </a:prstGeom>
          <a:solidFill>
            <a:srgbClr val="2A4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15業界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35040" y="35844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0E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法令ベースで自動チェック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0E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提供：株式会社しっとる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https://threads-studio.com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整骨院オーナーが抱える集客の悩み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こんな状況、思い当たりませんか？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365760" cy="365760"/>
          </a:xfrm>
          <a:prstGeom prst="ellipse">
            <a:avLst/>
          </a:prstGeom>
          <a:solidFill>
            <a:srgbClr val="2D9D7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5087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既存顧客頼りで頭打ち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7647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紹介とリピートだけでは限界が見えてきた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365760" cy="365760"/>
          </a:xfrm>
          <a:prstGeom prst="ellipse">
            <a:avLst/>
          </a:prstGeom>
          <a:solidFill>
            <a:srgbClr val="2D9D7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1031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新規が安定して来ない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3591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広告は費用が見合わない／SNSは何を書けばいいかわからない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2D9D7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6974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法令で書きたいことが書けない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9535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「治る」「効く」が使えず、投稿の手が止まる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337560"/>
            <a:ext cx="365760" cy="365760"/>
          </a:xfrm>
          <a:prstGeom prst="ellipse">
            <a:avLst/>
          </a:prstGeom>
          <a:solidFill>
            <a:srgbClr val="2D9D7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32918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投稿する時間がない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354787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施術と経営で手一杯、毎日の文章作成は現実的でない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931920"/>
            <a:ext cx="365760" cy="365760"/>
          </a:xfrm>
          <a:prstGeom prst="ellipse">
            <a:avLst/>
          </a:prstGeom>
          <a:solidFill>
            <a:srgbClr val="2D9D7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8862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競合の中で埋もれる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41422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近所に整骨院が増え、選ばれる理由を発信できていない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526280"/>
            <a:ext cx="7863840" cy="29260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5262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 どれも「やり方が悪い」のではなく、構造的に難しい問題です。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そもそも Threads（スレッズ）とは？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Meta社が運営する、テキスト主体の新しいSNS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32004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54480" y="1783080"/>
            <a:ext cx="1371600" cy="13716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783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@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3794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Instagramを作ったMeta社の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テキスト型SNS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23360" y="1554480"/>
            <a:ext cx="44805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23360" y="1554480"/>
            <a:ext cx="73152" cy="713232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1600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運営会社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06240" y="18470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Meta社（Instagram・Facebookと同じ会社）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23360" y="2359152"/>
            <a:ext cx="44805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023360" y="2359152"/>
            <a:ext cx="73152" cy="713232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17" name="Text 15"/>
          <p:cNvSpPr/>
          <p:nvPr/>
        </p:nvSpPr>
        <p:spPr>
          <a:xfrm>
            <a:off x="4206240" y="24048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サービス開始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06240" y="26517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2023年7月。日本でも急速にユーザーが拡大中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23360" y="3163824"/>
            <a:ext cx="44805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023360" y="3163824"/>
            <a:ext cx="73152" cy="713232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21" name="Text 19"/>
          <p:cNvSpPr/>
          <p:nvPr/>
        </p:nvSpPr>
        <p:spPr>
          <a:xfrm>
            <a:off x="4206240" y="32095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投稿のスタイル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06240" y="34564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テキスト主体（最大500文字）。写真・動画も投稿可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023360" y="3968496"/>
            <a:ext cx="44805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023360" y="3968496"/>
            <a:ext cx="73152" cy="713232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25" name="Text 23"/>
          <p:cNvSpPr/>
          <p:nvPr/>
        </p:nvSpPr>
        <p:spPr>
          <a:xfrm>
            <a:off x="4206240" y="40142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使われ方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06240" y="426110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「Xの代わり」として認知度が急上昇。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Instagramアカウントでそのまま始められる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なぜ整骨院のSNS運用は続かないのか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止まる原因は、ほぼ次の3つです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26060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54480"/>
            <a:ext cx="2606040" cy="4572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時間の壁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23060" y="2148840"/>
            <a:ext cx="640080" cy="640080"/>
          </a:xfrm>
          <a:prstGeom prst="ellipse">
            <a:avLst/>
          </a:prstGeom>
          <a:solidFill>
            <a:srgbClr val="FFF1F2"/>
          </a:solidFill>
          <a:ln/>
        </p:spPr>
      </p:sp>
      <p:sp>
        <p:nvSpPr>
          <p:cNvPr id="10" name="Text 8"/>
          <p:cNvSpPr/>
          <p:nvPr/>
        </p:nvSpPr>
        <p:spPr>
          <a:xfrm>
            <a:off x="16230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2880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「投稿1本に30分」が積み重なる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4290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何を書くか考える時間、規制に違反していないか確認する時間、誤字脱字チェック ── 1本作るのに30分。週5本で月10時間。施術の合間にはまず確保できない。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1554480"/>
            <a:ext cx="26060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554480"/>
            <a:ext cx="2606040" cy="4572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規制の壁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66260" y="2148840"/>
            <a:ext cx="640080" cy="640080"/>
          </a:xfrm>
          <a:prstGeom prst="ellipse">
            <a:avLst/>
          </a:prstGeom>
          <a:solidFill>
            <a:srgbClr val="FFF1F2"/>
          </a:solidFill>
          <a:ln/>
        </p:spPr>
      </p:sp>
      <p:sp>
        <p:nvSpPr>
          <p:cNvPr id="17" name="Text 15"/>
          <p:cNvSpPr/>
          <p:nvPr/>
        </p:nvSpPr>
        <p:spPr>
          <a:xfrm>
            <a:off x="43662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法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520440" y="2880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「治る」「効く」が書けない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566160" y="34290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あはき法・柔整法・医師法・薬機法。どこまでが安全な表現か、明確な線引きを毎回判断するのは現実的ではない。結果、当たり障りのない投稿になり、誰にも刺さらない。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554480"/>
            <a:ext cx="26060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554480"/>
            <a:ext cx="2606040" cy="4572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15544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センスの壁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109460" y="2148840"/>
            <a:ext cx="640080" cy="640080"/>
          </a:xfrm>
          <a:prstGeom prst="ellipse">
            <a:avLst/>
          </a:prstGeom>
          <a:solidFill>
            <a:srgbClr val="FFF1F2"/>
          </a:solidFill>
          <a:ln/>
        </p:spPr>
      </p:sp>
      <p:sp>
        <p:nvSpPr>
          <p:cNvPr id="24" name="Text 22"/>
          <p:cNvSpPr/>
          <p:nvPr/>
        </p:nvSpPr>
        <p:spPr>
          <a:xfrm>
            <a:off x="71094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セ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263640" y="2880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「何が伸びるか」がわからない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09360" y="34290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1行目に何を書くか、地域名はどこに入れるか、ハッシュタグは何個か。アルゴリズムは変わり続け、感覚で書いても伸びない。誰かに聞こうにも、業界に詳しい人がいない。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なぜ Threads が整骨院に向くのか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2026年時点の集客特性 ── 他SNSと違うポイント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54480"/>
            <a:ext cx="73152" cy="146304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916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テキスト主体で十分に伸びる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1031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画像/動画を作り込まなくても、文章だけで届く。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撮影機材も加工技術も不要。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55448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554480"/>
            <a:ext cx="73152" cy="146304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6916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地域おすすめが強い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21031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1行目に地域名を入れると、近くに住む人の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タイムラインに優先表示される仕様。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200400"/>
            <a:ext cx="73152" cy="146304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3375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近隣到達でCVに直結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37490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万バズは不要。近所の数百〜数千人に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確実に届けば、来院に繋がる。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32004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3200400"/>
            <a:ext cx="73152" cy="146304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33375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広告費ゼロでの新規獲得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374904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投稿だけで集客できる。広告予算が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限られる小規模院に最適。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※ Instagramは写真前提・Xは速報前提。整骨院の「地域×ストーリー」と最も相性が良いのがThreadsです。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ができること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投稿のネタ作りから自動投稿まで、丸ごとAIに任せられる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7863840" cy="868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「何を書こう」と悩む時間を、施術に戻す。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260604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606040"/>
            <a:ext cx="2606040" cy="73152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88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ネタ作り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AIが文章を生成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院の業種・地域・強みからAIが投稿文を生成。13種類の型から選べる。共感／実績／地元ネタ／Q&amp;A／ストーリー…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29000" y="2606040"/>
            <a:ext cx="260604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29000" y="2606040"/>
            <a:ext cx="2606040" cy="73152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2788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運用代行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29000" y="3246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自動で毎日投稿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11880" y="35661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毎日決まった時間に自動投稿。手を動かさなくても発信が続く。スマホを開かない日があっても勝手に投稿される。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17920" y="2606040"/>
            <a:ext cx="260604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2606040"/>
            <a:ext cx="2606040" cy="73152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2788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安全性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17920" y="3246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規制と事実を守る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356616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業界規制と事実ベースを徹底。「言ってはいけない」を自動で回避。架空エピソードや盛った数字は出さない設計。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院オーナーが得られる 5つの具体的メリット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感覚ではなく、数字で変わるもの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08760"/>
            <a:ext cx="2606040" cy="54864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645920"/>
            <a:ext cx="365760" cy="365760"/>
          </a:xfrm>
          <a:prstGeom prst="ellipse">
            <a:avLst/>
          </a:prstGeom>
          <a:solidFill>
            <a:srgbClr val="2D9D7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645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時間削減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2057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1投稿 20分 → 2分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2468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考える・書く・規制チェックの工程をAIが代行。月20本投稿なら 6時間 → 40分。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83280" y="150876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508760"/>
            <a:ext cx="2606040" cy="54864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15" name="Shape 13"/>
          <p:cNvSpPr/>
          <p:nvPr/>
        </p:nvSpPr>
        <p:spPr>
          <a:xfrm>
            <a:off x="3520440" y="1645920"/>
            <a:ext cx="365760" cy="365760"/>
          </a:xfrm>
          <a:prstGeom prst="ellipse">
            <a:avLst/>
          </a:prstGeom>
          <a:solidFill>
            <a:srgbClr val="2D9D78"/>
          </a:solidFill>
          <a:ln/>
        </p:spPr>
      </p:sp>
      <p:sp>
        <p:nvSpPr>
          <p:cNvPr id="16" name="Text 14"/>
          <p:cNvSpPr/>
          <p:nvPr/>
        </p:nvSpPr>
        <p:spPr>
          <a:xfrm>
            <a:off x="352044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31920" y="1645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コスト削減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20440" y="2057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代行費 月5〜30万 → ¥4,980〜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520440" y="2468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SNS代行は月5〜15万、Threads特化なら月15万＋初期費10万が相場。1/10以下で、しかも院の言葉で書ける。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26480" y="150876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508760"/>
            <a:ext cx="2606040" cy="54864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22" name="Shape 20"/>
          <p:cNvSpPr/>
          <p:nvPr/>
        </p:nvSpPr>
        <p:spPr>
          <a:xfrm>
            <a:off x="6263640" y="1645920"/>
            <a:ext cx="365760" cy="365760"/>
          </a:xfrm>
          <a:prstGeom prst="ellipse">
            <a:avLst/>
          </a:prstGeom>
          <a:solidFill>
            <a:srgbClr val="2D9D78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75120" y="1645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リスク回避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20574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15業界の法令を内蔵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263640" y="24688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広告規制違反のリスクをAI側で自動回避。「うっかり違反」を構造的に防ぐ。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" y="3154680"/>
            <a:ext cx="39776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" y="3154680"/>
            <a:ext cx="3977640" cy="54864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29" name="Shape 27"/>
          <p:cNvSpPr/>
          <p:nvPr/>
        </p:nvSpPr>
        <p:spPr>
          <a:xfrm>
            <a:off x="777240" y="3291840"/>
            <a:ext cx="365760" cy="365760"/>
          </a:xfrm>
          <a:prstGeom prst="ellipse">
            <a:avLst/>
          </a:prstGeom>
          <a:solidFill>
            <a:srgbClr val="2D9D78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88720" y="32918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ネタ切れ防止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" y="37033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13タイプ × 量産機能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" y="41148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毎日違う切り口で書ける。当たった投稿は別バージョン5本に量産。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3154680"/>
            <a:ext cx="39776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3154680"/>
            <a:ext cx="3977640" cy="54864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6" name="Shape 34"/>
          <p:cNvSpPr/>
          <p:nvPr/>
        </p:nvSpPr>
        <p:spPr>
          <a:xfrm>
            <a:off x="4937760" y="3291840"/>
            <a:ext cx="365760" cy="365760"/>
          </a:xfrm>
          <a:prstGeom prst="ellipse">
            <a:avLst/>
          </a:prstGeom>
          <a:solidFill>
            <a:srgbClr val="2D9D78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49240" y="32918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地域集客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37760" y="37033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近隣のタイムラインに届く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937760" y="411480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1行目に地域名を自動配置。Threadsの地域おすすめロジックに乗りやすい構造。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導入前と導入後 ── 1日の流れはこう変わる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個人経営の整骨院（夜診あり・1人運営）を想定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3840480" cy="320040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08760"/>
            <a:ext cx="3840480" cy="45720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Before  ── 導入前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「今日も投稿しなきゃ」と思いつつ、何を書くか思いつかない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昼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2560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昼休みの15分でネタを探し、3行書いて止まる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30632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夕方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17320" y="3063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「治る」と書きそうになり、消す。当たり障りない文に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77240" y="3566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夜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3566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結局投稿せず、SNSは月に2〜3回しか動かない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7240" y="40690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結果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4069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新規来院は紹介頼みのまま。SNSからの来院ゼロ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508760"/>
            <a:ext cx="3840480" cy="320040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508760"/>
            <a:ext cx="3840480" cy="45720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1508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After  ── 導入後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00600" y="20574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朝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40680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7:30、AIが自動投稿（前夜にスケジュール済み）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00600" y="25603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40680" y="2560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昼休み3分で内容確認。気になれば1タップで修正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00600" y="30632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夕方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40680" y="30632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コメントが来たらAI下書きで返信。施術の合間でOK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00600" y="3566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40680" y="3566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翌日分を3本まとめて生成・予約。週1の運用でも回る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00600" y="40690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結果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40680" y="4069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地域名×具体性の投稿が積み上がる。SNS流入が安定化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差別化①  業界規制を内蔵チェック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あはき法・柔整法・医師法・薬機法に対応した自動回避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374904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08760"/>
            <a:ext cx="3749040" cy="4114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087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AIが自動で避ける表現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057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 治る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0" y="2057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 治す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2057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 治療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560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 効く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2560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 改善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2560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 完治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063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 〇〇病が治る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11680" y="3063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 日本一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0" y="3063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 絶対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7033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整骨院／整体／鍼灸院は法令上、「治療」「治る」「効く」が使えません。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508760"/>
            <a:ext cx="374904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508760"/>
            <a:ext cx="3749040" cy="411480"/>
          </a:xfrm>
          <a:prstGeom prst="rect">
            <a:avLst/>
          </a:prstGeom>
          <a:solidFill>
            <a:srgbClr val="D9F0E6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5087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AIが自動で言い換える表現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2057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 ケア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2057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 施術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0" y="20574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 サポート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2560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 アプローチする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26480" y="2560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 整える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0" y="2560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 楽になる方が多い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3063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 丁寧に見る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26480" y="3063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 こだわっています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0" y="3063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 可能な範囲で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37033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AIが業種を見て、最初から安全な表現で生成。オーナーが規制を覚える必要はありません。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差別化②  事実ベース生成（捏造ゼロ）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架空の患者・盛った実績を、AIに作らせない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393192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はじめにAIが8つの質問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1. 普段の話し方・口調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350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2. 他院ではなくあなたが選ばれる理由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6426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3. 使ってよい実績の数字（年数・人数等）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935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4. 実在の患者エピソード（仮名可）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3227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5. 渡せる特典（LINE登録特典・初回相談等）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6. 絶対に書きたくないこと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3813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7. 好みの投稿スタイル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41056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8. マーケティング技法をフル活用するか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1508760"/>
            <a:ext cx="3749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答えてもらった事実だけを使う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0574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「実績は無い」と答えた院では、AIは数字を出しません。「患者エピソードは無い」と答えれば、架空の物語を作りません。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3749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3154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「絶対に書かない」リスト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5661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オーナーが「業界批判はしない」「料金は出さない」「個人情報は載せない」などを登録 → AIが厳守。コンプライアンスの最後の砦になります。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差別化③  地域集客に最適化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2026年Threadsアルゴリズムの最新傾向に対応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45920"/>
            <a:ext cx="320040" cy="320040"/>
          </a:xfrm>
          <a:prstGeom prst="ellipse">
            <a:avLst/>
          </a:prstGeom>
          <a:solidFill>
            <a:srgbClr val="D9F0E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600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1行目に地域名を自動配置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88720" y="19202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Threadsの地域おすすめロジックが反応する最重要シグナル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651760"/>
            <a:ext cx="320040" cy="320040"/>
          </a:xfrm>
          <a:prstGeom prst="ellipse">
            <a:avLst/>
          </a:prstGeom>
          <a:solidFill>
            <a:srgbClr val="D9F0E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606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テキスト主体・画像なしでも到達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88720" y="29260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撮影機材なしで運用可能。テキスト投稿が優遇される傾向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3657600"/>
            <a:ext cx="320040" cy="320040"/>
          </a:xfrm>
          <a:prstGeom prst="ellipse">
            <a:avLst/>
          </a:prstGeom>
          <a:solidFill>
            <a:srgbClr val="D9F0E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611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生のURLは本文に貼らない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88720" y="39319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プロフィールのリンクに誘導する形に統一。到達低下を回避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50876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1645920"/>
            <a:ext cx="320040" cy="320040"/>
          </a:xfrm>
          <a:prstGeom prst="ellipse">
            <a:avLst/>
          </a:prstGeom>
          <a:solidFill>
            <a:srgbClr val="D9F0E6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645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0" y="16002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バズより近隣到達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212080" y="192024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万単位の拡散は不要。近所の数百人に届けば来院に繋がる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51460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2651760"/>
            <a:ext cx="320040" cy="320040"/>
          </a:xfrm>
          <a:prstGeom prst="ellipse">
            <a:avLst/>
          </a:prstGeom>
          <a:solidFill>
            <a:srgbClr val="D9F0E6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12080" y="26060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返信を生む投稿設計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212080" y="29260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いいねよりコメントが評価される時代。問いかけで終わる構成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520440"/>
            <a:ext cx="38404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3657600"/>
            <a:ext cx="320040" cy="320040"/>
          </a:xfrm>
          <a:prstGeom prst="ellipse">
            <a:avLst/>
          </a:prstGeom>
          <a:solidFill>
            <a:srgbClr val="D9F0E6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12080" y="36118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リアルタイム実況型を搭載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212080" y="39319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「今日はこんな症状の方が」など現場感のある投稿パターン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実際にAIが生成する投稿サンプル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「横浜市港北区／整体院／在宅ワークの30代女性向け」と入力した場合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4630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40A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業種: 整体院  /  地域: 横浜市港北区  /  ターゲット: 在宅ワークの30代女性  /  型: 共感型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512064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194560"/>
            <a:ext cx="512064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94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AI生成 ── 投稿本文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横浜市港北区で在宅ワーク中の方へ。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夕方になると肩と首がガチガチで、頭痛まで出てくる。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そんな日が続いていませんか？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当院は完全予約制の個室で、女性スタッフが対応。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着替え不要、デスクワーク姿勢のクセを丁寧に見ます。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「ちょっと様子を見てもらいたい」段階で大丈夫です。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52160" y="2194560"/>
            <a:ext cx="265176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89320" y="2286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ここを自動でやっています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89320" y="26517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 1行目に地域名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89320" y="3017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 在宅ワーク特有の悩みを具体化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89320" y="33832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 「治る」「効く」は不使用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89320" y="37490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 強みを事実だけで明記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89320" y="41148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✓ 行動ハードルを下げる締め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主要機能一覧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集客に必要な機能を一つのツールに集約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2606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08760"/>
            <a:ext cx="2606040" cy="54864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45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AI投稿生成 13タイプ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地元ネタ／実績／共感／Q&amp;A／ストーリー 他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1508760"/>
            <a:ext cx="2606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508760"/>
            <a:ext cx="2606040" cy="54864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645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自動投稿スケジューラ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11880" y="2011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毎日決まった時間に短い単発投稿を自動配信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508760"/>
            <a:ext cx="2606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508760"/>
            <a:ext cx="2606040" cy="54864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645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予約投稿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0" y="2011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日時を指定して1回送信。キャンペーン告知に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651760"/>
            <a:ext cx="2606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2651760"/>
            <a:ext cx="2606040" cy="54864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固定投稿（ピン留め用）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296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プロフィール最上部用の自己紹介投稿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29000" y="2651760"/>
            <a:ext cx="2606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29000" y="2651760"/>
            <a:ext cx="2606040" cy="54864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24" name="Text 22"/>
          <p:cNvSpPr/>
          <p:nvPr/>
        </p:nvSpPr>
        <p:spPr>
          <a:xfrm>
            <a:off x="3611880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量産（変奏）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61188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当たった投稿を別バージョンで5本一気に生成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2651760"/>
            <a:ext cx="2606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2651760"/>
            <a:ext cx="2606040" cy="54864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コメント返信支援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AI下書き付きで素早く対応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3794760"/>
            <a:ext cx="2606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" y="3794760"/>
            <a:ext cx="2606040" cy="54864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3931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投稿分析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2960" y="4297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インプレッション・いいね・コメントを一覧確認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429000" y="3794760"/>
            <a:ext cx="2606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429000" y="3794760"/>
            <a:ext cx="2606040" cy="54864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6" name="Text 34"/>
          <p:cNvSpPr/>
          <p:nvPr/>
        </p:nvSpPr>
        <p:spPr>
          <a:xfrm>
            <a:off x="3611880" y="3931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複数アカウント切替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611880" y="4297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院ごとに別Threadsアカウントを1クリックで切替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3794760"/>
            <a:ext cx="2606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17920" y="3794760"/>
            <a:ext cx="2606040" cy="54864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3931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業界規制チェック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400800" y="4297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15業界の法令ベースで自動回避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他の選択肢との比較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院オーナーが実際に選びそうな4つの方法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192024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06040" y="1417320"/>
            <a:ext cx="155448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1417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自分で書く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06240" y="1417320"/>
            <a:ext cx="155448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1417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代行業者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06440" y="1417320"/>
            <a:ext cx="155448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5806440" y="1417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汎用AI(ChatGPT等)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06640" y="1417320"/>
            <a:ext cx="1280160" cy="41148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0" y="1417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1828800"/>
            <a:ext cx="80467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06640" y="1828800"/>
            <a:ext cx="1280160" cy="365760"/>
          </a:xfrm>
          <a:prstGeom prst="rect">
            <a:avLst/>
          </a:prstGeom>
          <a:solidFill>
            <a:srgbClr val="D9F0E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月コスト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0604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¥0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0624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¥50,000〜300,000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0644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¥0〜3,000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406640" y="1828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¥4,980〜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2194560"/>
            <a:ext cx="804672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Shape 22"/>
          <p:cNvSpPr/>
          <p:nvPr/>
        </p:nvSpPr>
        <p:spPr>
          <a:xfrm>
            <a:off x="7406640" y="2194560"/>
            <a:ext cx="1280160" cy="365760"/>
          </a:xfrm>
          <a:prstGeom prst="rect">
            <a:avLst/>
          </a:prstGeom>
          <a:solidFill>
            <a:srgbClr val="D9F0E6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194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初期費用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0604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¥0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20624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¥100,000〜500,000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0644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¥0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406640" y="2194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¥0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40080" y="2560320"/>
            <a:ext cx="80467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7406640" y="2560320"/>
            <a:ext cx="1280160" cy="365760"/>
          </a:xfrm>
          <a:prstGeom prst="rect">
            <a:avLst/>
          </a:prstGeom>
          <a:solidFill>
            <a:srgbClr val="D9F0E6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2560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時間負担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606040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高い（1本30分）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206240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低い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06440" y="2560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中（指示は必要）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406640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低い（1本2分）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" y="2926080"/>
            <a:ext cx="804672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Shape 36"/>
          <p:cNvSpPr/>
          <p:nvPr/>
        </p:nvSpPr>
        <p:spPr>
          <a:xfrm>
            <a:off x="7406640" y="2926080"/>
            <a:ext cx="1280160" cy="365760"/>
          </a:xfrm>
          <a:prstGeom prst="rect">
            <a:avLst/>
          </a:prstGeom>
          <a:solidFill>
            <a:srgbClr val="D9F0E6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29260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業界規制チェック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606040" y="2926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自分で判断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206240" y="2926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業者の知識次第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806440" y="2926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なし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406640" y="2926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内蔵自動回避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0080" y="3291840"/>
            <a:ext cx="80467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7406640" y="3291840"/>
            <a:ext cx="1280160" cy="365760"/>
          </a:xfrm>
          <a:prstGeom prst="rect">
            <a:avLst/>
          </a:prstGeom>
          <a:solidFill>
            <a:srgbClr val="D9F0E6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3291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事実ベース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60604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20624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○（要伝達）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80644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×（架空が出る）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406640" y="3291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○（8問で担保）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40080" y="3657600"/>
            <a:ext cx="804672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2" name="Shape 50"/>
          <p:cNvSpPr/>
          <p:nvPr/>
        </p:nvSpPr>
        <p:spPr>
          <a:xfrm>
            <a:off x="7406640" y="3657600"/>
            <a:ext cx="1280160" cy="365760"/>
          </a:xfrm>
          <a:prstGeom prst="rect">
            <a:avLst/>
          </a:prstGeom>
          <a:solidFill>
            <a:srgbClr val="D9F0E6"/>
          </a:solidFill>
          <a:ln/>
        </p:spPr>
      </p:sp>
      <p:sp>
        <p:nvSpPr>
          <p:cNvPr id="53" name="Text 51"/>
          <p:cNvSpPr/>
          <p:nvPr/>
        </p:nvSpPr>
        <p:spPr>
          <a:xfrm>
            <a:off x="640080" y="36576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地域最適化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60604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自分で工夫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20624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業者次第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80644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なし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406640" y="3657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自動配置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40080" y="4023360"/>
            <a:ext cx="804672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Shape 57"/>
          <p:cNvSpPr/>
          <p:nvPr/>
        </p:nvSpPr>
        <p:spPr>
          <a:xfrm>
            <a:off x="7406640" y="4023360"/>
            <a:ext cx="1280160" cy="365760"/>
          </a:xfrm>
          <a:prstGeom prst="rect">
            <a:avLst/>
          </a:prstGeom>
          <a:solidFill>
            <a:srgbClr val="D9F0E6"/>
          </a:solidFill>
          <a:ln/>
        </p:spPr>
      </p:sp>
      <p:sp>
        <p:nvSpPr>
          <p:cNvPr id="60" name="Text 58"/>
          <p:cNvSpPr/>
          <p:nvPr/>
        </p:nvSpPr>
        <p:spPr>
          <a:xfrm>
            <a:off x="640080" y="4023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自動投稿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606040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206240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806440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406640" y="4023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4008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※ 代行業者の月額相場は投稿のみで5万円〜、Threads特化型・Instagram治療院向け代理店で15〜30万円が一般的（2026年5月現在の公開価格を参照）。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40080" y="46634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出典: b-step.net / bizboost.ssalon.net / stock-sun.com 他、運用代行サービスの公開料金ページ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人件費で考える ── どれが一番安くつくか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月20本投稿（1本30分）= 月10時間 の運用を想定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63040"/>
            <a:ext cx="260604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63040"/>
            <a:ext cx="26060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179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院長が自分でやる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75564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機会損失で計算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月 ¥60,000〜100,000相当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2560320"/>
            <a:ext cx="1874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517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院長の時間単価は施術単価で換算。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¥6,000〜10,000/h × 月10時間。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その時間を施術にあてれば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10人分の売上機会。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2606040" cy="3657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77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機会損失が大きい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1463040"/>
            <a:ext cx="260604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1463040"/>
            <a:ext cx="2606040" cy="5029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5179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スタッフに任せる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175564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人件費 + 教育コスト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74720" y="2103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月 ¥15,000〜30,000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749040" y="2560320"/>
            <a:ext cx="1874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26517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時給¥1,300 × 月10時間 ≒ ¥13,000。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+ 業界規制を覚えてもらう教育時間。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+ 退職時の引き継ぎコスト。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+ 違反リスクは院長が負う。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83280" y="3977640"/>
            <a:ext cx="2606040" cy="3657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3977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人件費 + 人材リスク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1463040"/>
            <a:ext cx="260604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463040"/>
            <a:ext cx="2606040" cy="502920"/>
          </a:xfrm>
          <a:prstGeom prst="rect">
            <a:avLst/>
          </a:prstGeom>
          <a:solidFill>
            <a:srgbClr val="D9F0E6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15179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26480" y="175564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サービス利用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17920" y="21031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月 ¥4,980〜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92240" y="2560320"/>
            <a:ext cx="1874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26517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院長は週5分の確認のみ。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規制チェック内蔵 = 教育不要。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退職もしない（ツールなので）。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投稿の質はAIで均質化。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26480" y="3977640"/>
            <a:ext cx="2606040" cy="365760"/>
          </a:xfrm>
          <a:prstGeom prst="rect">
            <a:avLst/>
          </a:prstGeom>
          <a:solidFill>
            <a:srgbClr val="D9F0E6"/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0" y="3977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最安かつ最低リスク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4480560"/>
            <a:ext cx="7863840" cy="29260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4805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院長の1時間は施術1人分の売上。スタッフの1時間は給与。── 月¥4,980 はどちらより圧倒的に安い。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導入の流れ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初日に投稿が出るまで、おおよそ10分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08760"/>
            <a:ext cx="1280160" cy="7132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03120" y="161848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アカウント作成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03120" y="18745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メール登録または既存のGoogleアカウントで開始（無料）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359152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359152"/>
            <a:ext cx="1280160" cy="7132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359152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24688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Threadsアカウントを連携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03120" y="272491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ワンクリック認証。複数アカウントの切替もこのあと可能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209544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209544"/>
            <a:ext cx="1280160" cy="7132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09544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103120" y="33192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プロジェクト作成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03120" y="3575304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院の業種・地域・ターゲット・主な悩み・強みを入力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059936"/>
            <a:ext cx="78638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059936"/>
            <a:ext cx="1280160" cy="7132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059936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STEP 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103120" y="4169664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AIカウンセリング（8問）→ 生成開始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03120" y="4425696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質問に答えるとAIがその院の言葉で投稿を作り始めます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※ 無料プランで動作確認 → 合えば有料プランへ。クレジット情報は有料へ切替時のみ入力。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料金プラン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すべて税込／クレジットカード決済（Visa・Mastercard・JCB・AMEX）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63040"/>
            <a:ext cx="7863840" cy="292608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期間限定キャンペーン（3回課金で自動終了・終了後はフリープランに戻ります）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2468880" cy="1188720"/>
          </a:xfrm>
          <a:prstGeom prst="rect">
            <a:avLst/>
          </a:prstGeom>
          <a:solidFill>
            <a:srgbClr val="FFF1F2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828800"/>
            <a:ext cx="246888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ライト キャンペーン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¥2,980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/月 ×3回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828800"/>
            <a:ext cx="2468880" cy="1188720"/>
          </a:xfrm>
          <a:prstGeom prst="rect">
            <a:avLst/>
          </a:prstGeom>
          <a:solidFill>
            <a:srgbClr val="FFF1F2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828800"/>
            <a:ext cx="246888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 キャンペーン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¥6,980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91840" y="2697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/月 ×3回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1828800"/>
            <a:ext cx="2468880" cy="1188720"/>
          </a:xfrm>
          <a:prstGeom prst="rect">
            <a:avLst/>
          </a:prstGeom>
          <a:solidFill>
            <a:srgbClr val="FFF1F2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0" y="1828800"/>
            <a:ext cx="246888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1965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ビジネス キャンペーン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¥19,800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943600" y="2697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1239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/月 ×3回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154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通常プラン（継続課金）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3474720"/>
            <a:ext cx="1828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ライト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¥4,980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40080" y="4187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/月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43708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個人経営の1店舗向け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AI生成 月10回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33472" y="3474720"/>
            <a:ext cx="1828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633472" y="3474720"/>
            <a:ext cx="1828800" cy="54864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1" name="Shape 29"/>
          <p:cNvSpPr/>
          <p:nvPr/>
        </p:nvSpPr>
        <p:spPr>
          <a:xfrm>
            <a:off x="3913632" y="3547872"/>
            <a:ext cx="502920" cy="201168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2" name="Text 30"/>
          <p:cNvSpPr/>
          <p:nvPr/>
        </p:nvSpPr>
        <p:spPr>
          <a:xfrm>
            <a:off x="3913632" y="35478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人気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633472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633472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¥9,800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2633472" y="4187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/月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24912" y="43708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AI生成無制限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最人気プラン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26864" y="3474720"/>
            <a:ext cx="1828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626864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ビジネス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626864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¥29,800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4626864" y="4187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/月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18304" y="43708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複数店舗・チーム運用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620256" y="3474720"/>
            <a:ext cx="1828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620256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代理店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620256" y="3840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¥55,000</a:t>
            </a:r>
            <a:endParaRPr lang="en-US" sz="1900" dirty="0"/>
          </a:p>
        </p:txBody>
      </p:sp>
      <p:sp>
        <p:nvSpPr>
          <p:cNvPr id="45" name="Text 43"/>
          <p:cNvSpPr/>
          <p:nvPr/>
        </p:nvSpPr>
        <p:spPr>
          <a:xfrm>
            <a:off x="6620256" y="4187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/月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711696" y="43708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無制限・代理店向け最上位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安心して使える3つの設計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" y="868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コンプライアンス・データ・コストの3軸で守る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260604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08760"/>
            <a:ext cx="2606040" cy="45720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コンプライアンス保護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言ってはいけない表現を構造的にブロック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2971800"/>
            <a:ext cx="1874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0632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業種選択の時点で対応法令を自動適用。AI生成・量産・コメント返信のすべての出口でフィルタが効きます。「うっかり違反」は構造的に出ません。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1508760"/>
            <a:ext cx="260604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508760"/>
            <a:ext cx="2606040" cy="45720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508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データ保護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2103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院ごとに分離・第三者提供なし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49040" y="2971800"/>
            <a:ext cx="1874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30632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院ごとにプロジェクトが分離。投稿内容・カウンセリング回答は他社・他院に共有されません。AIの学習には使用されません（外部AI API利用時の設定を含む）。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508760"/>
            <a:ext cx="260604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508760"/>
            <a:ext cx="2606040" cy="45720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508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コスト保護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21031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上限超過の請求が起きない仕組み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2971800"/>
            <a:ext cx="18745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30632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AI生成にはプラン単位の月間上限を設定。上限を超える生成は実行前にブロックされ、想定外の高額請求は発生しません。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657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よくあるご質問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27048"/>
            <a:ext cx="292608" cy="292608"/>
          </a:xfrm>
          <a:prstGeom prst="ellipse">
            <a:avLst/>
          </a:prstGeom>
          <a:solidFill>
            <a:srgbClr val="2D9D7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27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490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AIが作った文章で本当に大丈夫？嘘っぽくなりませんか？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8問のカウンセリングで院の実情を聞いてから作るので、答えていない数字や架空エピソードはAIが作りません。「事実だけ」で書く設計です。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368296"/>
            <a:ext cx="292608" cy="292608"/>
          </a:xfrm>
          <a:prstGeom prst="ellipse">
            <a:avLst/>
          </a:prstGeom>
          <a:solidFill>
            <a:srgbClr val="2D9D7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368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3317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広告規制に違反しないか心配です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26243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業種を「整骨院／整体／鍼灸」と入れた時点で、対応法令（あはき法・柔整法・医師法・薬機法）の禁止表現がAI側で自動回避されます。「治る」「効く」が出ない仕組みです。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099816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209544"/>
            <a:ext cx="292608" cy="292608"/>
          </a:xfrm>
          <a:prstGeom prst="ellipse">
            <a:avLst/>
          </a:prstGeom>
          <a:solidFill>
            <a:srgbClr val="2D9D7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209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1729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忙しくて毎日投稿する余裕がありません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346557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自動投稿スケジューラを使うと、毎日決まった時間にAIが投稿を作って自動送信します。週1回ログインして内容を確認するだけでも運用が回ります。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941064"/>
            <a:ext cx="78638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050792"/>
            <a:ext cx="292608" cy="292608"/>
          </a:xfrm>
          <a:prstGeom prst="ellipse">
            <a:avLst/>
          </a:prstGeom>
          <a:solidFill>
            <a:srgbClr val="2D9D78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050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401421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効果は本当にありますか？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43068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個別の効果保証はしていません（医療系の集客に「必ず」は禁物）。ただし、地域名×具体性の投稿が近隣のおすすめに乗りやすい仕組みは2026年のThreadsで一貫しています。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Threads Studio  |  株式会社しっとる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554480"/>
            <a:ext cx="228600" cy="1645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まずはお試しください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ライトキャンペーンなら3ヶ月だけ ¥2,980/月。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合わなければそのまま終了。継続したい場合だけ通常プランへ。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2468880" cy="1280160"/>
          </a:xfrm>
          <a:prstGeom prst="rect">
            <a:avLst/>
          </a:prstGeom>
          <a:solidFill>
            <a:srgbClr val="2A4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無料で試す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FD0E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メール1分で開始。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FD0E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3分で初回投稿が出ます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2743200"/>
            <a:ext cx="2468880" cy="1280160"/>
          </a:xfrm>
          <a:prstGeom prst="rect">
            <a:avLst/>
          </a:prstGeom>
          <a:solidFill>
            <a:srgbClr val="2A4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37560" y="3200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体験版を見る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3520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FD0E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生成サンプルを見て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FD0E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感触を掴む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43600" y="2743200"/>
            <a:ext cx="2468880" cy="1280160"/>
          </a:xfrm>
          <a:prstGeom prst="rect">
            <a:avLst/>
          </a:prstGeom>
          <a:solidFill>
            <a:srgbClr val="2A4D78"/>
          </a:solidFill>
          <a:ln w="12700">
            <a:solidFill>
              <a:srgbClr val="2D9D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9D7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0" y="3200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相談する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35040" y="3520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FD0E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メールで質問。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FD0E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業種特有の悩みも対応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160520"/>
            <a:ext cx="76809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4160520"/>
            <a:ext cx="109728" cy="502920"/>
          </a:xfrm>
          <a:prstGeom prst="rect">
            <a:avLst/>
          </a:prstGeom>
          <a:solidFill>
            <a:srgbClr val="2D9D78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1605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https://threads-studio.com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4160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お問い合わせ：shittoru.ad@gmail.com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提供：株式会社しっとる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Threads Studio — 整骨院・整体院向け</dc:title>
  <dc:subject>PptxGenJS Presentation</dc:subject>
  <dc:creator>株式会社しっとる</dc:creator>
  <cp:lastModifiedBy>株式会社しっとる</cp:lastModifiedBy>
  <cp:revision>1</cp:revision>
  <dcterms:created xsi:type="dcterms:W3CDTF">2026-05-20T03:53:31Z</dcterms:created>
  <dcterms:modified xsi:type="dcterms:W3CDTF">2026-05-20T03:53:31Z</dcterms:modified>
</cp:coreProperties>
</file>